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Vector Search in Practice: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A. Okafor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 include self-reported measures and a modest sample size.</a:t>
            </a:r>
          </a:p>
          <a:p>
            <a:r>
              <a:t>Findings are consistent with prior work on habit formation in adults.</a:t>
            </a:r>
          </a:p>
          <a:p>
            <a:r>
              <a:t>The intervention group showed a twelve percent improvement relative to control.</a:t>
            </a:r>
          </a:p>
          <a:p>
            <a:r>
              <a:t>Future work should examine longer-term retention of the observed effects.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Marketing will circulate the revised launch checklist by Friday.</a:t>
            </a:r>
          </a:p>
          <a:p>
            <a:r>
              <a:t>Next meeting is scheduled for the same time in two weeks.</a:t>
            </a:r>
          </a:p>
          <a:p>
            <a:r>
              <a:t>Open risks were logged in the tracker with severity ratings.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work should examine longer-term retention of the observed effects.</a:t>
            </a:r>
          </a:p>
          <a:p>
            <a:r>
              <a:t>Findings are consistent with prior work on habit formation in adults.</a:t>
            </a:r>
          </a:p>
          <a:p>
            <a:r>
              <a:t>The intervention group showed a twelve percent improvement relative to control.</a:t>
            </a:r>
          </a:p>
          <a:p>
            <a:r>
              <a:t>Data were collected across four field sites between March and September.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team agreed to pilot the new onboarding flow with ten customers.</a:t>
            </a:r>
          </a:p>
          <a:p>
            <a:r>
              <a:t>Next meeting is scheduled for the same time in two weeks.</a:t>
            </a:r>
          </a:p>
          <a:p>
            <a:r>
              <a:t>Attendees reviewed the action items from the previous session and confirmed owners.</a:t>
            </a:r>
          </a:p>
          <a:p>
            <a:r>
              <a:t>The migration timeline was pushed one sprint to accommodate the security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Findings are consistent with prior work on habit formation in adults.</a:t>
            </a:r>
          </a:p>
          <a:p>
            <a:r>
              <a:t>The intervention group showed a twelve percent improvement relative to control.</a:t>
            </a:r>
          </a:p>
          <a:p>
            <a:r>
              <a:t>Participants completed a baseline survey followed by three weekly follow-ups.</a:t>
            </a:r>
          </a:p>
          <a:p>
            <a:r>
              <a:t>Ethics approval was obtained from the institutional review 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meeting is scheduled for the same time in two weeks.</a:t>
            </a:r>
          </a:p>
          <a:p>
            <a:r>
              <a:t>The migration timeline was pushed one sprint to accommodate the security review.</a:t>
            </a:r>
          </a:p>
          <a:p>
            <a:r>
              <a:t>Open risks were logged in the tracker with severity ratings.</a:t>
            </a:r>
          </a:p>
          <a:p>
            <a:r>
              <a:t>Attendees reviewed the action items from the previous session and confirmed owners.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were collected across four field sites between March and September.</a:t>
            </a:r>
          </a:p>
          <a:p>
            <a:r>
              <a:t>Future work should examine longer-term retention of the observed effects.</a:t>
            </a:r>
          </a:p>
          <a:p>
            <a:r>
              <a:t>Findings are consistent with prior work on habit formation in adults.</a:t>
            </a:r>
          </a:p>
          <a:p>
            <a:r>
              <a:t>Participants completed a baseline survey followed by three weekly follow-ups.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variance for the quarter was within two percent of plan.</a:t>
            </a:r>
          </a:p>
          <a:p>
            <a:r>
              <a:t>Open risks were logged in the tracker with severity ratings.</a:t>
            </a:r>
          </a:p>
          <a:p>
            <a:r>
              <a:t>Next meeting is scheduled for the same time in two weeks.</a:t>
            </a:r>
          </a:p>
          <a:p>
            <a:r>
              <a:t>Attendees reviewed the action items from the previous session and confirmed owners.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Ethics approval was obtained from the institutional review board.</a:t>
            </a:r>
          </a:p>
          <a:p>
            <a:r>
              <a:t>Findings are consistent with prior work on habit formation in adults.</a:t>
            </a:r>
          </a:p>
          <a:p>
            <a:r>
              <a:t>Future work should examine longer-term retention of the observed effects.</a:t>
            </a:r>
          </a:p>
          <a:p>
            <a:r>
              <a:t>Data were collected across four field sites between March and September.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 Search in Practice: Workshop</dc:title>
  <dc:subject/>
  <dc:creator>A. Okafor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