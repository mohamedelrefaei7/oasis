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Conference Recap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HR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Carry small bills; several family restaurants do not accept cards.</a:t>
            </a:r>
          </a:p>
          <a:p>
            <a:r>
              <a:t>Day two covers the old town on foot, ending at the harbor for sunset.</a:t>
            </a:r>
          </a:p>
          <a:p>
            <a:r>
              <a:t>Book the mountain railway at least a week ahead in high season.</a:t>
            </a:r>
          </a:p>
          <a:p>
            <a:r>
              <a:t>The coastal path is exposed; start early and bring two liters of water.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coastal path is exposed; start early and bring two liters of water.</a:t>
            </a:r>
          </a:p>
          <a:p>
            <a:r>
              <a:t>Museum passes pay for themselves after the third visit.</a:t>
            </a:r>
          </a:p>
          <a:p>
            <a:r>
              <a:t>Book the mountain railway at least a week ahead in high season.</a:t>
            </a:r>
          </a:p>
          <a:p>
            <a:r>
              <a:t>Regional trains are cheaper but roughly twice as slow as the express.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two covers the old town on foot, ending at the harbor for sunset.</a:t>
            </a:r>
          </a:p>
          <a:p>
            <a:r>
              <a:t>Museum passes pay for themselves after the third visit.</a:t>
            </a:r>
          </a:p>
          <a:p>
            <a:r>
              <a:t>Regional trains are cheaper but roughly twice as slow as the express.</a:t>
            </a:r>
          </a:p>
          <a:p>
            <a:r>
              <a:t>The market hall is best visited before ten in the morning.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Museum passes pay for themselves after the third visit.</a:t>
            </a:r>
          </a:p>
          <a:p>
            <a:r>
              <a:t>The market hall is best visited before ten in the morning.</a:t>
            </a:r>
          </a:p>
          <a:p>
            <a:r>
              <a:t>Regional trains are cheaper but roughly twice as slow as the express.</a:t>
            </a:r>
          </a:p>
          <a:p>
            <a:r>
              <a:t>Carry small bills; several family restaurants do not accept cards.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Museum passes pay for themselves after the third visit.</a:t>
            </a:r>
          </a:p>
          <a:p>
            <a:r>
              <a:t>Book the mountain railway at least a week ahead in high season.</a:t>
            </a:r>
          </a:p>
          <a:p>
            <a:r>
              <a:t>The market hall is best visited before ten in the morning.</a:t>
            </a:r>
          </a:p>
          <a:p>
            <a:r>
              <a:t>Carry small bills; several family restaurants do not accept cards.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Conference Recap 2025</dc:title>
  <dc:subject/>
  <dc:creator>HR Operations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