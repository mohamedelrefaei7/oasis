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Oceanography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J. Lindqvist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intervention group showed a twelve percent improvement relative to control.</a:t>
            </a:r>
          </a:p>
          <a:p>
            <a:r>
              <a:t>Findings are consistent with prior work on habit formation in adults.</a:t>
            </a:r>
          </a:p>
          <a:p>
            <a:r>
              <a:t>Future work should examine longer-term retention of the observed effects.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approval was obtained from the institutional review board.</a:t>
            </a:r>
          </a:p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  <a:p>
            <a:r>
              <a:t>Data were collected across four field sites between March and September.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Limitations include self-reported measures and a modest sample size.</a:t>
            </a:r>
          </a:p>
          <a:p>
            <a:r>
              <a:t>Findings are consistent with prior work on habit formation in adults.</a:t>
            </a:r>
          </a:p>
          <a:p>
            <a:r>
              <a:t>Participants completed a baseline survey followed by three weekly follow-ups.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The intervention group showed a twelve percent improvement relative to control.</a:t>
            </a:r>
          </a:p>
          <a:p>
            <a:r>
              <a:t>Ethics approval was obtained from the institutional review board.</a:t>
            </a:r>
          </a:p>
          <a:p>
            <a:r>
              <a:t>Limitations include self-reported measures and a modest sample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approval was obtained from the institutional review board.</a:t>
            </a:r>
          </a:p>
          <a:p>
            <a:r>
              <a:t>Participants completed a baseline survey followed by three weekly follow-ups.</a:t>
            </a:r>
          </a:p>
          <a:p>
            <a:r>
              <a:t>Data were collected across four field sites between March and September.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Findings are consistent with prior work on habit formation in adults.</a:t>
            </a:r>
          </a:p>
          <a:p>
            <a:r>
              <a:t>Limitations include self-reported measures and a modest sample size.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 include self-reported measures and a modest sample size.</a:t>
            </a:r>
          </a:p>
          <a:p>
            <a:r>
              <a:t>Future work should examine longer-term retention of the observed effects.</a:t>
            </a:r>
          </a:p>
          <a:p>
            <a:r>
              <a:t>Participants completed a baseline survey followed by three weekly follow-ups.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intervention group showed a twelve percent improvement relative to control.</a:t>
            </a:r>
          </a:p>
          <a:p>
            <a:r>
              <a:t>Findings are consistent with prior work on habit formation in adults.</a:t>
            </a:r>
          </a:p>
          <a:p>
            <a:r>
              <a:t>Participants completed a baseline survey followed by three weekly follow-ups.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Oceanography</dc:title>
  <dc:subject/>
  <dc:creator>J. Lindqvist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