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Photography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Exposure Triangle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Aperture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depth of field; wider apertures blur backgrounds.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Shutter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Freezes or blurs motion; watch for camera shake below 1/60.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sensitivity; higher ISO adds noise in shadows.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Photography Basics: Exposure Triangle</dc:title>
  <dc:subject/>
  <dc:creator>R. Delgado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