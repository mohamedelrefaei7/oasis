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Annual Security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HR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Violations of this policy may result in disciplinary action up to and including termination.</a:t>
            </a:r>
          </a:p>
          <a:p>
            <a:r>
              <a:t>Company equipment must be returned within five business days of separation.</a:t>
            </a:r>
          </a:p>
          <a:p>
            <a:r>
              <a:t>Annual security awareness training is mandatory for all staff and contractors.</a:t>
            </a:r>
          </a:p>
          <a:p>
            <a:r>
              <a:t>Expense reports must be submitted within thirty days of the incurred expense.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equipment must be returned within five business days of separation.</a:t>
            </a:r>
          </a:p>
          <a:p>
            <a:r>
              <a:t>Expense reports must be submitted within thirty days of the incurred expense.</a:t>
            </a:r>
          </a:p>
          <a:p>
            <a:r>
              <a:t>Annual security awareness training is mandatory for all staff and contractors.</a:t>
            </a:r>
          </a:p>
          <a:p>
            <a:r>
              <a:t>All visitors must sign in at reception and be escorted while on premises.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Violations of this policy may result in disciplinary action up to and including termination.</a:t>
            </a:r>
          </a:p>
          <a:p>
            <a:r>
              <a:t>Annual security awareness training is mandatory for all staff and contractors.</a:t>
            </a:r>
          </a:p>
          <a:p>
            <a:r>
              <a:t>Company equipment must be returned within five business days of separation.</a:t>
            </a:r>
          </a:p>
          <a:p>
            <a:r>
              <a:t>All visitors must sign in at reception and be escorted while on premises.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visitors must sign in at reception and be escorted while on premises.</a:t>
            </a:r>
          </a:p>
          <a:p>
            <a:r>
              <a:t>Violations of this policy may result in disciplinary action up to and including termination.</a:t>
            </a:r>
          </a:p>
          <a:p>
            <a:r>
              <a:t>Expense reports must be submitted within thirty days of the incurred expense.</a:t>
            </a:r>
          </a:p>
          <a:p>
            <a:r>
              <a:t>Annual security awareness training is mandatory for all staff and contractors.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security awareness training is mandatory for all staff and contractors.</a:t>
            </a:r>
          </a:p>
          <a:p>
            <a:r>
              <a:t>Requests for parental leave should be submitted at least four weeks in advance where practicable.</a:t>
            </a:r>
          </a:p>
          <a:p>
            <a:r>
              <a:t>Employees may work remotely up to three days per week with manager approval.</a:t>
            </a:r>
          </a:p>
          <a:p>
            <a:r>
              <a:t>Company equipment must be returned within five business days of separation.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security awareness training is mandatory for all staff and contractors.</a:t>
            </a:r>
          </a:p>
          <a:p>
            <a:r>
              <a:t>Company equipment must be returned within five business days of separation.</a:t>
            </a:r>
          </a:p>
          <a:p>
            <a:r>
              <a:t>All visitors must sign in at reception and be escorted while on premises.</a:t>
            </a:r>
          </a:p>
          <a:p>
            <a:r>
              <a:t>Employees may work remotely up to three days per week with manager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Violations of this policy may result in disciplinary action up to and including termination.</a:t>
            </a:r>
          </a:p>
          <a:p>
            <a:r>
              <a:t>Annual security awareness training is mandatory for all staff and contractors.</a:t>
            </a:r>
          </a:p>
          <a:p>
            <a:r>
              <a:t>Employees may work remotely up to three days per week with manager approval.</a:t>
            </a:r>
          </a:p>
          <a:p>
            <a:r>
              <a:t>Company equipment must be returned within five business days of separation.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Requests for parental leave should be submitted at least four weeks in advance where practicable.</a:t>
            </a:r>
          </a:p>
          <a:p>
            <a:r>
              <a:t>Company equipment must be returned within five business days of separation.</a:t>
            </a:r>
          </a:p>
          <a:p>
            <a:r>
              <a:t>Employees may work remotely up to three days per week with manager approval.</a:t>
            </a:r>
          </a:p>
          <a:p>
            <a:r>
              <a:t>All visitors must sign in at reception and be escorted while on premises.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equipment must be returned within five business days of separation.</a:t>
            </a:r>
          </a:p>
          <a:p>
            <a:r>
              <a:t>Employees may work remotely up to three days per week with manager approval.</a:t>
            </a:r>
          </a:p>
          <a:p>
            <a:r>
              <a:t>Violations of this policy may result in disciplinary action up to and including termination.</a:t>
            </a:r>
          </a:p>
          <a:p>
            <a:r>
              <a:t>Annual security awareness training is mandatory for all staff and contractors.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Security Awareness Training</dc:title>
  <dc:subject/>
  <dc:creator>HR Operations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