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Untitled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K. Tanaka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Cities remember in stone and asphalt what their residents forget in a generation.</a:t>
            </a:r>
          </a:p>
          <a:p>
            <a:r>
              <a:t>Slowness, in cooking as in reading, is not inefficiency but a different unit of measure.</a:t>
            </a:r>
          </a:p>
          <a:p>
            <a:r>
              <a:t>The amateur naturalist notices what the specialist has learned to ignore.</a:t>
            </a:r>
          </a:p>
          <a:p>
            <a:r>
              <a:t>Attention is not a fixed resource but a habit trained by the environments we build for ourselves.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/>
  <dc:creator>K. Tanaka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