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Onboarding: Your First Week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Sam Whitfield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Expense reports must be submitted within thirty days of the incurred expense.</a:t>
            </a:r>
          </a:p>
          <a:p>
            <a:r>
              <a:t>Violations of this policy may result in disciplinary action up to and including termination.</a:t>
            </a:r>
          </a:p>
          <a:p>
            <a:r>
              <a:t>All visitors must sign in at reception and be escorted while on premises.</a:t>
            </a:r>
          </a:p>
          <a:p>
            <a:r>
              <a:t>Employees may work remotely up to three days per week with manager approval.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Company equipment must be returned within five business days of separation.</a:t>
            </a:r>
          </a:p>
          <a:p>
            <a:r>
              <a:t>Violations of this policy may result in disciplinary action up to and including termination.</a:t>
            </a:r>
          </a:p>
          <a:p>
            <a:r>
              <a:t>Expense reports must be submitted within thirty days of the incurred expense.</a:t>
            </a:r>
          </a:p>
          <a:p>
            <a:r>
              <a:t>All visitors must sign in at reception and be escorted while on premises.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Expense reports must be submitted within thirty days of the incurred expense.</a:t>
            </a:r>
          </a:p>
          <a:p>
            <a:r>
              <a:t>Company equipment must be returned within five business days of separation.</a:t>
            </a:r>
          </a:p>
          <a:p>
            <a:r>
              <a:t>Violations of this policy may result in disciplinary action up to and including termination.</a:t>
            </a:r>
          </a:p>
          <a:p>
            <a:r>
              <a:t>All visitors must sign in at reception and be escorted while on premises.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Onboarding: Your First Week</dc:title>
  <dc:subject/>
  <dc:creator>Sam Whitfield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