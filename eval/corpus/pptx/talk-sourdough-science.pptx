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Science of Sourdough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R. Delgado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history of the essay is a history of writers thinking in public, drafting the self in real time.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We narrate our lives in the past tense while living them in the imperative.</a:t>
            </a:r>
          </a:p>
          <a:p>
            <a:r>
              <a:t>The amateur naturalist notices what the specialist has learned to ignore.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narrate our lives in the past tense while living them in the imperative.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Every translation is an argument about what a sentence was really doing.</a:t>
            </a:r>
          </a:p>
          <a:p>
            <a:r>
              <a:t>The amateur naturalist notices what the specialist has learned to ignore.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remember in stone and asphalt what their residents forget in a generation.</a:t>
            </a:r>
          </a:p>
          <a:p>
            <a:r>
              <a:t>Every translation is an argument about what a sentence was really doing.</a:t>
            </a:r>
          </a:p>
          <a:p>
            <a:r>
              <a:t>The amateur naturalist notices what the specialist has learned to ignore.</a:t>
            </a:r>
          </a:p>
          <a:p>
            <a:r>
              <a:t>Attention is not a fixed resource but a habit trained by the environments we build for ourselves.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Slowness, in cooking as in reading, is not inefficiency but a different unit of measure.</a:t>
            </a:r>
          </a:p>
          <a:p>
            <a:r>
              <a:t>Every translation is an argument about what a sentence was really doing.</a:t>
            </a:r>
          </a:p>
          <a:p>
            <a:r>
              <a:t>The amateur naturalist notices what the specialist has learned to ignore.</a:t>
            </a:r>
          </a:p>
          <a:p>
            <a:r>
              <a:t>Cities remember in stone and asphalt what their residents forget in a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narrate our lives in the past tense while living them in the imperative.</a:t>
            </a:r>
          </a:p>
          <a:p>
            <a:r>
              <a:t>The history of the essay is a history of writers thinking in public, drafting the self in real time.</a:t>
            </a:r>
          </a:p>
          <a:p>
            <a:r>
              <a:t>The amateur naturalist notices what the specialist has learned to ignore.</a:t>
            </a:r>
          </a:p>
          <a:p>
            <a:r>
              <a:t>Attention is not a fixed resource but a habit trained by the environments we build for ourselves.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remember in stone and asphalt what their residents forget in a generation.</a:t>
            </a:r>
          </a:p>
          <a:p>
            <a:r>
              <a:t>We narrate our lives in the past tense while living them in the imperative.</a:t>
            </a:r>
          </a:p>
          <a:p>
            <a:r>
              <a:t>The history of the essay is a history of writers thinking in public, drafting the self in real time.</a:t>
            </a:r>
          </a:p>
          <a:p>
            <a:r>
              <a:t>Slowness, in cooking as in reading, is not inefficiency but a different unit of measure.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remember in stone and asphalt what their residents forget in a generation.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Every translation is an argument about what a sentence was really doing.</a:t>
            </a:r>
          </a:p>
          <a:p>
            <a:r>
              <a:t>Attention is not a fixed resource but a habit trained by the environments we build for ourselves.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Science of Sourdough</dc:title>
  <dc:subject/>
  <dc:creator>R. Delgado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