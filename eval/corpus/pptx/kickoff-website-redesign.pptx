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Website Redesign: Project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Legal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Employees may work remotely up to three days per week with manager approval.</a:t>
            </a:r>
          </a:p>
          <a:p>
            <a:r>
              <a:t>Requests for parental leave should be submitted at least four weeks in advance where practicable.</a:t>
            </a:r>
          </a:p>
          <a:p>
            <a:r>
              <a:t>Annual security awareness training is mandatory for all staff and contractors.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Budget variance for the quarter was within two percent of plan.</a:t>
            </a:r>
          </a:p>
          <a:p>
            <a:r>
              <a:t>The migration timeline was pushed one sprint to accommodate the security review.</a:t>
            </a:r>
          </a:p>
          <a:p>
            <a:r>
              <a:t>Marketing will circulate the revised launch checklist by Friday.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visitors must sign in at reception and be escorted while on premises.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Annual security awareness training is mandatory for all staff and contractors.</a:t>
            </a:r>
          </a:p>
          <a:p>
            <a:r>
              <a:t>Employees may work remotely up to three days per week with manager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 agreed to pilot the new onboarding flow with ten customers.</a:t>
            </a:r>
          </a:p>
          <a:p>
            <a:r>
              <a:t>Marketing will circulate the revised launch checklist by Friday.</a:t>
            </a:r>
          </a:p>
          <a:p>
            <a:r>
              <a:t>Budget variance for the quarter was within two percent of plan.</a:t>
            </a:r>
          </a:p>
          <a:p>
            <a:r>
              <a:t>Attendees reviewed the action items from the previous session and confirmed owners.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Redesign: Project Kickoff</dc:title>
  <dc:subject/>
  <dc:creator>Legal Department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