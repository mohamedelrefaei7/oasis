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Town Hall: Results and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K. Tanaka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meeting is scheduled for the same time in two weeks.</a:t>
            </a:r>
          </a:p>
          <a:p>
            <a:r>
              <a:t>Budget variance for the quarter was within two percent of plan.</a:t>
            </a:r>
          </a:p>
          <a:p>
            <a:r>
              <a:t>Attendees reviewed the action items from the previous session and confirmed owners.</a:t>
            </a:r>
          </a:p>
          <a:p>
            <a:r>
              <a:t>Open risks were logged in the tracker with severity ratings.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meeting is scheduled for the same time in two weeks.</a:t>
            </a:r>
          </a:p>
          <a:p>
            <a:r>
              <a:t>Attendees reviewed the action items from the previous session and confirmed owners.</a:t>
            </a:r>
          </a:p>
          <a:p>
            <a:r>
              <a:t>Marketing will circulate the revised launch checklist by Friday.</a:t>
            </a:r>
          </a:p>
          <a:p>
            <a:r>
              <a:t>Open risks were logged in the tracker with severity ratings.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migration timeline was pushed one sprint to accommodate the security review.</a:t>
            </a:r>
          </a:p>
          <a:p>
            <a:r>
              <a:t>Next meeting is scheduled for the same time in two weeks.</a:t>
            </a:r>
          </a:p>
          <a:p>
            <a:r>
              <a:t>Marketing will circulate the revised launch checklist by Friday.</a:t>
            </a:r>
          </a:p>
          <a:p>
            <a:r>
              <a:t>Open risks were logged in the tracker with severity ratings.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team agreed to pilot the new onboarding flow with ten customers.</a:t>
            </a:r>
          </a:p>
          <a:p>
            <a:r>
              <a:t>The migration timeline was pushed one sprint to accommodate the security review.</a:t>
            </a:r>
          </a:p>
          <a:p>
            <a:r>
              <a:t>Next meeting is scheduled for the same time in two weeks.</a:t>
            </a:r>
          </a:p>
          <a:p>
            <a:r>
              <a:t>Budget variance for the quarter was within two percent of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 Town Hall: Results and Roadmap</dc:title>
  <dc:subject/>
  <dc:creator>K. Tanaka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