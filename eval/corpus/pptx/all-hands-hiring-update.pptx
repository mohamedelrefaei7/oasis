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All Hands: Hiring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The team agreed to pilot the new onboarding flow with ten customers.</a:t>
            </a:r>
          </a:p>
          <a:p>
            <a:r>
              <a:t>Marketing will circulate the revised launch checklist by Friday.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Attendees reviewed the action items from the previous session and confirmed owners.</a:t>
            </a:r>
          </a:p>
          <a:p>
            <a:r>
              <a:t>Marketing will circulate the revised launch checklist by Friday.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team agreed to pilot the new onboarding flow with ten customers.</a:t>
            </a:r>
          </a:p>
          <a:p>
            <a:r>
              <a:t>The migration timeline was pushed one sprint to accommodate the security review.</a:t>
            </a:r>
          </a:p>
          <a:p>
            <a:r>
              <a:t>Open risks were logged in the tracker with severity ratings.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team agreed to pilot the new onboarding flow with ten customers.</a:t>
            </a:r>
          </a:p>
          <a:p>
            <a:r>
              <a:t>Attendees reviewed the action items from the previous session and confirmed owners.</a:t>
            </a:r>
          </a:p>
          <a:p>
            <a:r>
              <a:t>Open risks were logged in the tracker with severity ratings.</a:t>
            </a:r>
          </a:p>
          <a:p>
            <a:r>
              <a:t>Next meeting is scheduled for the same time in two weeks.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team agreed to pilot the new onboarding flow with ten customers.</a:t>
            </a:r>
          </a:p>
          <a:p>
            <a:r>
              <a:t>The migration timeline was pushed one sprint to accommodate the security review.</a:t>
            </a:r>
          </a:p>
          <a:p>
            <a:r>
              <a:t>Attendees reviewed the action items from the previous session and confirmed owners.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Attendees reviewed the action items from the previous session and confirmed owners.</a:t>
            </a:r>
          </a:p>
          <a:p>
            <a:r>
              <a:t>Marketing will circulate the revised launch checklist by Friday.</a:t>
            </a:r>
          </a:p>
          <a:p>
            <a:r>
              <a:t>The migration timeline was pushed one sprint to accommodate the security review.</a:t>
            </a:r>
          </a:p>
          <a:p>
            <a:r>
              <a:t>Open risks were logged in the tracker with severity ratings.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Attendees reviewed the action items from the previous session and confirmed owners.</a:t>
            </a:r>
          </a:p>
          <a:p>
            <a:r>
              <a:t>Marketing will circulate the revised launch checklist by Friday.</a:t>
            </a:r>
          </a:p>
          <a:p>
            <a:r>
              <a:t>The migration timeline was pushed one sprint to accommodate the security review.</a:t>
            </a:r>
          </a:p>
          <a:p>
            <a:r>
              <a:t>Next meeting is scheduled for the same time in two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Hands: Hiring Update</dc:title>
  <dc:subject/>
  <dc:creator>Finance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