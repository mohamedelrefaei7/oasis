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Harborline: Freight Market Signals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Contractor shall perform the Services described in Exhibit A with reasonable skill and care.</a:t>
            </a:r>
          </a:p>
          <a:p>
            <a:r>
              <a:t>The Contractor shall maintain commercial general liability insurance of not less than one million dollars.</a:t>
            </a:r>
          </a:p>
          <a:p>
            <a:r>
              <a:t>Confidential Information excludes information that is or becomes publicly available without breach.</a:t>
            </a:r>
          </a:p>
          <a:p>
            <a:r>
              <a:t>Neither party shall be liable for delays caused by events beyond its reasonable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The team agreed to pilot the new onboarding flow with ten customers.</a:t>
            </a:r>
          </a:p>
          <a:p>
            <a:r>
              <a:t>Marketing will circulate the revised launch checklist by Friday.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is due within thirty days of receipt of a correct invoice.</a:t>
            </a:r>
          </a:p>
          <a:p>
            <a:r>
              <a:t>Neither party shall be liable for delays caused by events beyond its reasonable control.</a:t>
            </a:r>
          </a:p>
          <a:p>
            <a:r>
              <a:t>Confidential Information excludes information that is or becomes publicly available without breach.</a:t>
            </a:r>
          </a:p>
          <a:p>
            <a:r>
              <a:t>The Contractor shall maintain commercial general liability insurance of not less than one million dollars.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Open risks were logged in the tracker with severity ratings.</a:t>
            </a:r>
          </a:p>
          <a:p>
            <a:r>
              <a:t>Marketing will circulate the revised launch checklist by Friday.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Confidential Information excludes information that is or becomes publicly available without breach.</a:t>
            </a:r>
          </a:p>
          <a:p>
            <a:r>
              <a:t>Either party may terminate this Agreement upon sixty days written notice.</a:t>
            </a:r>
          </a:p>
          <a:p>
            <a:r>
              <a:t>Payment is due within thirty days of receipt of a correct invoice.</a:t>
            </a:r>
          </a:p>
          <a:p>
            <a:r>
              <a:t>This Agreement is governed by the laws of the State of Connecticut.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Budget variance for the quarter was within two percent of plan.</a:t>
            </a:r>
          </a:p>
          <a:p>
            <a:r>
              <a:t>The migration timeline was pushed one sprint to accommodate the security review.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is due within thirty days of receipt of a correct invoice.</a:t>
            </a:r>
          </a:p>
          <a:p>
            <a:r>
              <a:t>All work product created under this Agreement is assigned to the Client upon payment in full.</a:t>
            </a:r>
          </a:p>
          <a:p>
            <a:r>
              <a:t>The Contractor shall maintain commercial general liability insurance of not less than one million dollars.</a:t>
            </a:r>
          </a:p>
          <a:p>
            <a:r>
              <a:t>Confidential Information excludes information that is or becomes publicly available without breach.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Harborline: Freight Market Signals</dc:title>
  <dc:subject/>
  <dc:creator>Finance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