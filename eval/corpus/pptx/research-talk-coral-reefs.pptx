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Reef Recovery and Larval Connectivity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Maria 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were collected across four field sites between March and September.</a:t>
            </a:r>
          </a:p>
          <a:p>
            <a:r>
              <a:t>The intervention group showed a twelve percent improvement relative to control.</a:t>
            </a:r>
          </a:p>
          <a:p>
            <a:r>
              <a:t>Findings are consistent with prior work on habit formation in adults.</a:t>
            </a:r>
          </a:p>
          <a:p>
            <a:r>
              <a:t>Participants completed a baseline survey followed by three weekly follow-ups.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Ethics approval was obtained from the institutional review board.</a:t>
            </a:r>
          </a:p>
          <a:p>
            <a:r>
              <a:t>Data were collected across four field sites between March and September.</a:t>
            </a:r>
          </a:p>
          <a:p>
            <a:r>
              <a:t>Limitations include self-reported measures and a modest sample size.</a:t>
            </a:r>
          </a:p>
          <a:p>
            <a:r>
              <a:t>Future work should examine longer-term retention of the observed effects.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were collected across four field sites between March and September.</a:t>
            </a:r>
          </a:p>
          <a:p>
            <a:r>
              <a:t>The intervention group showed a twelve percent improvement relative to control.</a:t>
            </a:r>
          </a:p>
          <a:p>
            <a:r>
              <a:t>Ethics approval was obtained from the institutional review board.</a:t>
            </a:r>
          </a:p>
          <a:p>
            <a:r>
              <a:t>Future work should examine longer-term retention of the observed effects.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Ethics approval was obtained from the institutional review board.</a:t>
            </a:r>
          </a:p>
          <a:p>
            <a:r>
              <a:t>Future work should examine longer-term retention of the observed effects.</a:t>
            </a:r>
          </a:p>
          <a:p>
            <a:r>
              <a:t>Data were collected across four field sites between March and September.</a:t>
            </a:r>
          </a:p>
          <a:p>
            <a:r>
              <a:t>Findings are consistent with prior work on habit formation in adults.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Reef Recovery and Larval Connectivity</dc:title>
  <dc:subject/>
  <dc:creator>Maria Chen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