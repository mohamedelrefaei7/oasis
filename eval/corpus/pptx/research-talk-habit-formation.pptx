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Habit Formation in Adults: A Field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  <a:p>
            <a:r>
              <a:t>Data were collected across four field sites between March and September.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The intervention group showed a twelve percent improvement relative to control.</a:t>
            </a:r>
          </a:p>
          <a:p>
            <a:r>
              <a:t>Limitations include self-reported measures and a modest sample size.</a:t>
            </a:r>
          </a:p>
          <a:p>
            <a:r>
              <a:t>Ethics approval was obtained from the institutional review 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Participants completed a baseline survey followed by three weekly follow-ups.</a:t>
            </a:r>
          </a:p>
          <a:p>
            <a:r>
              <a:t>Data were collected across four field sites between March and September.</a:t>
            </a:r>
          </a:p>
          <a:p>
            <a:r>
              <a:t>Ethics approval was obtained from the institutional review board.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Ethics approval was obtained from the institutional review board.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work should examine longer-term retention of the observed effects.</a:t>
            </a:r>
          </a:p>
          <a:p>
            <a:r>
              <a:t>The intervention group showed a twelve percent improvement relative to control.</a:t>
            </a:r>
          </a:p>
          <a:p>
            <a:r>
              <a:t>Findings are consistent with prior work on habit formation in adults.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 Formation in Adults: A Field Study</dc:title>
  <dc:subject/>
  <dc:creator>HR Operations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