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fixture for testing the PptxExtractor.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Oasis extracts text from every slide in the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Presentation</dc:title>
  <dc:subject/>
  <dc:creator>Test Author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